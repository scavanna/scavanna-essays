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0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F7886-1308-4C72-A086-95355A75DDCE}" v="5" dt="2026-04-07T15:55:02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vanna" userId="ee447a2267de366e" providerId="LiveId" clId="{D3F09270-0B3C-4C4E-BABE-02D323587C79}"/>
    <pc:docChg chg="custSel addSld modSld">
      <pc:chgData name="Santiago Cavanna" userId="ee447a2267de366e" providerId="LiveId" clId="{D3F09270-0B3C-4C4E-BABE-02D323587C79}" dt="2026-04-07T15:55:02.479" v="14"/>
      <pc:docMkLst>
        <pc:docMk/>
      </pc:docMkLst>
      <pc:sldChg chg="addSp delSp modSp mod">
        <pc:chgData name="Santiago Cavanna" userId="ee447a2267de366e" providerId="LiveId" clId="{D3F09270-0B3C-4C4E-BABE-02D323587C79}" dt="2026-04-07T15:46:07.546" v="10" actId="1440"/>
        <pc:sldMkLst>
          <pc:docMk/>
          <pc:sldMk cId="4272813217" sldId="256"/>
        </pc:sldMkLst>
        <pc:spChg chg="mod">
          <ac:chgData name="Santiago Cavanna" userId="ee447a2267de366e" providerId="LiveId" clId="{D3F09270-0B3C-4C4E-BABE-02D323587C79}" dt="2026-04-07T15:46:01.156" v="9" actId="403"/>
          <ac:spMkLst>
            <pc:docMk/>
            <pc:sldMk cId="4272813217" sldId="256"/>
            <ac:spMk id="7" creationId="{963A08CC-918C-675D-6639-BD1E5A0D2124}"/>
          </ac:spMkLst>
        </pc:spChg>
        <pc:picChg chg="add mod">
          <ac:chgData name="Santiago Cavanna" userId="ee447a2267de366e" providerId="LiveId" clId="{D3F09270-0B3C-4C4E-BABE-02D323587C79}" dt="2026-04-07T15:46:07.546" v="10" actId="1440"/>
          <ac:picMkLst>
            <pc:docMk/>
            <pc:sldMk cId="4272813217" sldId="256"/>
            <ac:picMk id="3" creationId="{BD01382C-0779-A913-0763-42425E95AB78}"/>
          </ac:picMkLst>
        </pc:picChg>
        <pc:picChg chg="del">
          <ac:chgData name="Santiago Cavanna" userId="ee447a2267de366e" providerId="LiveId" clId="{D3F09270-0B3C-4C4E-BABE-02D323587C79}" dt="2026-04-07T15:45:18.752" v="0" actId="478"/>
          <ac:picMkLst>
            <pc:docMk/>
            <pc:sldMk cId="4272813217" sldId="256"/>
            <ac:picMk id="5" creationId="{24830A83-847B-0D14-6788-99D47611AF0A}"/>
          </ac:picMkLst>
        </pc:picChg>
      </pc:sldChg>
      <pc:sldChg chg="addSp mod">
        <pc:chgData name="Santiago Cavanna" userId="ee447a2267de366e" providerId="LiveId" clId="{D3F09270-0B3C-4C4E-BABE-02D323587C79}" dt="2026-04-07T15:46:34.941" v="11" actId="22"/>
        <pc:sldMkLst>
          <pc:docMk/>
          <pc:sldMk cId="3570102451" sldId="257"/>
        </pc:sldMkLst>
        <pc:picChg chg="add">
          <ac:chgData name="Santiago Cavanna" userId="ee447a2267de366e" providerId="LiveId" clId="{D3F09270-0B3C-4C4E-BABE-02D323587C79}" dt="2026-04-07T15:46:34.941" v="11" actId="22"/>
          <ac:picMkLst>
            <pc:docMk/>
            <pc:sldMk cId="3570102451" sldId="257"/>
            <ac:picMk id="3" creationId="{8387A39B-F5D8-635B-401F-AB57839BE8F2}"/>
          </ac:picMkLst>
        </pc:picChg>
      </pc:sldChg>
      <pc:sldChg chg="add">
        <pc:chgData name="Santiago Cavanna" userId="ee447a2267de366e" providerId="LiveId" clId="{D3F09270-0B3C-4C4E-BABE-02D323587C79}" dt="2026-04-07T15:54:48.615" v="12"/>
        <pc:sldMkLst>
          <pc:docMk/>
          <pc:sldMk cId="3498435881" sldId="260"/>
        </pc:sldMkLst>
      </pc:sldChg>
      <pc:sldChg chg="add">
        <pc:chgData name="Santiago Cavanna" userId="ee447a2267de366e" providerId="LiveId" clId="{D3F09270-0B3C-4C4E-BABE-02D323587C79}" dt="2026-04-07T15:54:48.615" v="12"/>
        <pc:sldMkLst>
          <pc:docMk/>
          <pc:sldMk cId="4181444196" sldId="261"/>
        </pc:sldMkLst>
      </pc:sldChg>
      <pc:sldChg chg="add">
        <pc:chgData name="Santiago Cavanna" userId="ee447a2267de366e" providerId="LiveId" clId="{D3F09270-0B3C-4C4E-BABE-02D323587C79}" dt="2026-04-07T15:54:54.803" v="13"/>
        <pc:sldMkLst>
          <pc:docMk/>
          <pc:sldMk cId="4260282783" sldId="262"/>
        </pc:sldMkLst>
      </pc:sldChg>
      <pc:sldChg chg="add">
        <pc:chgData name="Santiago Cavanna" userId="ee447a2267de366e" providerId="LiveId" clId="{D3F09270-0B3C-4C4E-BABE-02D323587C79}" dt="2026-04-07T15:54:54.803" v="13"/>
        <pc:sldMkLst>
          <pc:docMk/>
          <pc:sldMk cId="2113189032" sldId="263"/>
        </pc:sldMkLst>
      </pc:sldChg>
      <pc:sldChg chg="add">
        <pc:chgData name="Santiago Cavanna" userId="ee447a2267de366e" providerId="LiveId" clId="{D3F09270-0B3C-4C4E-BABE-02D323587C79}" dt="2026-04-07T15:54:54.803" v="13"/>
        <pc:sldMkLst>
          <pc:docMk/>
          <pc:sldMk cId="1860344342" sldId="264"/>
        </pc:sldMkLst>
      </pc:sldChg>
      <pc:sldChg chg="add">
        <pc:chgData name="Santiago Cavanna" userId="ee447a2267de366e" providerId="LiveId" clId="{D3F09270-0B3C-4C4E-BABE-02D323587C79}" dt="2026-04-07T15:54:54.803" v="13"/>
        <pc:sldMkLst>
          <pc:docMk/>
          <pc:sldMk cId="714280562" sldId="265"/>
        </pc:sldMkLst>
      </pc:sldChg>
      <pc:sldChg chg="add">
        <pc:chgData name="Santiago Cavanna" userId="ee447a2267de366e" providerId="LiveId" clId="{D3F09270-0B3C-4C4E-BABE-02D323587C79}" dt="2026-04-07T15:55:02.479" v="14"/>
        <pc:sldMkLst>
          <pc:docMk/>
          <pc:sldMk cId="1299731310" sldId="266"/>
        </pc:sldMkLst>
      </pc:sldChg>
      <pc:sldChg chg="add">
        <pc:chgData name="Santiago Cavanna" userId="ee447a2267de366e" providerId="LiveId" clId="{D3F09270-0B3C-4C4E-BABE-02D323587C79}" dt="2026-04-07T15:55:02.479" v="14"/>
        <pc:sldMkLst>
          <pc:docMk/>
          <pc:sldMk cId="819479983" sldId="267"/>
        </pc:sldMkLst>
      </pc:sldChg>
      <pc:sldChg chg="add">
        <pc:chgData name="Santiago Cavanna" userId="ee447a2267de366e" providerId="LiveId" clId="{D3F09270-0B3C-4C4E-BABE-02D323587C79}" dt="2026-04-07T15:55:02.479" v="14"/>
        <pc:sldMkLst>
          <pc:docMk/>
          <pc:sldMk cId="745692259" sldId="268"/>
        </pc:sldMkLst>
      </pc:sldChg>
      <pc:sldChg chg="add">
        <pc:chgData name="Santiago Cavanna" userId="ee447a2267de366e" providerId="LiveId" clId="{D3F09270-0B3C-4C4E-BABE-02D323587C79}" dt="2026-04-07T15:55:02.479" v="14"/>
        <pc:sldMkLst>
          <pc:docMk/>
          <pc:sldMk cId="3932800592" sldId="269"/>
        </pc:sldMkLst>
      </pc:sldChg>
      <pc:sldChg chg="add">
        <pc:chgData name="Santiago Cavanna" userId="ee447a2267de366e" providerId="LiveId" clId="{D3F09270-0B3C-4C4E-BABE-02D323587C79}" dt="2026-04-07T15:55:02.479" v="14"/>
        <pc:sldMkLst>
          <pc:docMk/>
          <pc:sldMk cId="3281083530" sldId="270"/>
        </pc:sldMkLst>
      </pc:sldChg>
      <pc:sldChg chg="add">
        <pc:chgData name="Santiago Cavanna" userId="ee447a2267de366e" providerId="LiveId" clId="{D3F09270-0B3C-4C4E-BABE-02D323587C79}" dt="2026-04-07T15:55:02.479" v="14"/>
        <pc:sldMkLst>
          <pc:docMk/>
          <pc:sldMk cId="1147618435" sldId="271"/>
        </pc:sldMkLst>
      </pc:sldChg>
      <pc:sldChg chg="add">
        <pc:chgData name="Santiago Cavanna" userId="ee447a2267de366e" providerId="LiveId" clId="{D3F09270-0B3C-4C4E-BABE-02D323587C79}" dt="2026-04-07T15:55:02.479" v="14"/>
        <pc:sldMkLst>
          <pc:docMk/>
          <pc:sldMk cId="4114371699" sldId="272"/>
        </pc:sldMkLst>
      </pc:sldChg>
      <pc:sldChg chg="add">
        <pc:chgData name="Santiago Cavanna" userId="ee447a2267de366e" providerId="LiveId" clId="{D3F09270-0B3C-4C4E-BABE-02D323587C79}" dt="2026-04-07T15:55:02.479" v="14"/>
        <pc:sldMkLst>
          <pc:docMk/>
          <pc:sldMk cId="1031307496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pulse/microsoft-defender-cloud-apps-mdca-casb-abzvf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A08CC-918C-675D-6639-BD1E5A0D2124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hlinkClick r:id="rId2"/>
              </a:rPr>
              <a:t>https://www.linkedin.com/pulse/microsoft-defender-cloud-apps-mdca-casb-abzvf</a:t>
            </a:r>
            <a:r>
              <a:rPr lang="en-US" sz="2400" dirty="0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01382C-0779-A913-0763-42425E95A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40709"/>
            <a:ext cx="5530368" cy="4880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87A39B-F5D8-635B-401F-AB57839BE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86EA-427D-8511-A487-3948AEE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82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7922-56F7-9445-C96A-358CD009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189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5B9-7AFF-4433-88ED-96FCD650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44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DEC-A96B-F45E-39F3-759DE003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8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27D-D304-504C-C7C6-EAFCC75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435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2E81-77AD-C608-B5BC-3AC8E67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44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39E-BC96-79CD-DA71-D739597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31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935-47E5-8850-1838-87C064AE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79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5005-B432-717A-F3FC-0AD3DE54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92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64A-E99F-01C3-9754-82A0CC6E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00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6D4-84D7-A187-0005-E3610A1C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83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A35A-E8EB-E0F5-D27E-5CD13AEB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18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3E1F-ECAC-BBC6-CFBE-D29DBA66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71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863A-C81F-CD10-4438-94B2C722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3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2026-04-07T15:55:08Z</dcterms:modified>
</cp:coreProperties>
</file>