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D1D6EBF-CC7F-41BA-8B5F-E16552A7FA3D}" v="3" dt="2026-04-07T15:55:50.99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6" d="100"/>
          <a:sy n="76" d="100"/>
        </p:scale>
        <p:origin x="58" y="3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tiago Cavanna" userId="ee447a2267de366e" providerId="LiveId" clId="{D3F09270-0B3C-4C4E-BABE-02D323587C79}"/>
    <pc:docChg chg="undo custSel addSld modSld">
      <pc:chgData name="Santiago Cavanna" userId="ee447a2267de366e" providerId="LiveId" clId="{D3F09270-0B3C-4C4E-BABE-02D323587C79}" dt="2026-04-07T15:55:50.951" v="11"/>
      <pc:docMkLst>
        <pc:docMk/>
      </pc:docMkLst>
      <pc:sldChg chg="addSp delSp modSp mod">
        <pc:chgData name="Santiago Cavanna" userId="ee447a2267de366e" providerId="LiveId" clId="{D3F09270-0B3C-4C4E-BABE-02D323587C79}" dt="2026-04-07T15:18:28.894" v="9" actId="1440"/>
        <pc:sldMkLst>
          <pc:docMk/>
          <pc:sldMk cId="4272813217" sldId="256"/>
        </pc:sldMkLst>
        <pc:spChg chg="mod">
          <ac:chgData name="Santiago Cavanna" userId="ee447a2267de366e" providerId="LiveId" clId="{D3F09270-0B3C-4C4E-BABE-02D323587C79}" dt="2026-04-07T15:17:35.921" v="1" actId="20577"/>
          <ac:spMkLst>
            <pc:docMk/>
            <pc:sldMk cId="4272813217" sldId="256"/>
            <ac:spMk id="7" creationId="{963A08CC-918C-675D-6639-BD1E5A0D2124}"/>
          </ac:spMkLst>
        </pc:spChg>
        <pc:spChg chg="add del">
          <ac:chgData name="Santiago Cavanna" userId="ee447a2267de366e" providerId="LiveId" clId="{D3F09270-0B3C-4C4E-BABE-02D323587C79}" dt="2026-04-07T15:18:20.880" v="6" actId="26606"/>
          <ac:spMkLst>
            <pc:docMk/>
            <pc:sldMk cId="4272813217" sldId="256"/>
            <ac:spMk id="16" creationId="{55222F96-971A-4F90-B841-6BAB416C7AC1}"/>
          </ac:spMkLst>
        </pc:spChg>
        <pc:spChg chg="add del">
          <ac:chgData name="Santiago Cavanna" userId="ee447a2267de366e" providerId="LiveId" clId="{D3F09270-0B3C-4C4E-BABE-02D323587C79}" dt="2026-04-07T15:18:20.880" v="6" actId="26606"/>
          <ac:spMkLst>
            <pc:docMk/>
            <pc:sldMk cId="4272813217" sldId="256"/>
            <ac:spMk id="17" creationId="{DBC6133C-0615-4CE4-9132-37E609A9BDFA}"/>
          </ac:spMkLst>
        </pc:spChg>
        <pc:spChg chg="add del">
          <ac:chgData name="Santiago Cavanna" userId="ee447a2267de366e" providerId="LiveId" clId="{D3F09270-0B3C-4C4E-BABE-02D323587C79}" dt="2026-04-07T15:18:20.880" v="6" actId="26606"/>
          <ac:spMkLst>
            <pc:docMk/>
            <pc:sldMk cId="4272813217" sldId="256"/>
            <ac:spMk id="18" creationId="{08980754-6F4B-43C9-B9BE-127B6BED6586}"/>
          </ac:spMkLst>
        </pc:spChg>
        <pc:spChg chg="add del">
          <ac:chgData name="Santiago Cavanna" userId="ee447a2267de366e" providerId="LiveId" clId="{D3F09270-0B3C-4C4E-BABE-02D323587C79}" dt="2026-04-07T15:18:20.880" v="6" actId="26606"/>
          <ac:spMkLst>
            <pc:docMk/>
            <pc:sldMk cId="4272813217" sldId="256"/>
            <ac:spMk id="19" creationId="{169CC832-2974-4E8D-90ED-3E2941BA7336}"/>
          </ac:spMkLst>
        </pc:spChg>
        <pc:spChg chg="add del">
          <ac:chgData name="Santiago Cavanna" userId="ee447a2267de366e" providerId="LiveId" clId="{D3F09270-0B3C-4C4E-BABE-02D323587C79}" dt="2026-04-07T15:18:20.880" v="6" actId="26606"/>
          <ac:spMkLst>
            <pc:docMk/>
            <pc:sldMk cId="4272813217" sldId="256"/>
            <ac:spMk id="20" creationId="{2C1BBA94-3F40-40AA-8BB9-E69E25E537C1}"/>
          </ac:spMkLst>
        </pc:spChg>
        <pc:spChg chg="add del">
          <ac:chgData name="Santiago Cavanna" userId="ee447a2267de366e" providerId="LiveId" clId="{D3F09270-0B3C-4C4E-BABE-02D323587C79}" dt="2026-04-07T15:18:20.870" v="5" actId="26606"/>
          <ac:spMkLst>
            <pc:docMk/>
            <pc:sldMk cId="4272813217" sldId="256"/>
            <ac:spMk id="25" creationId="{2F687420-BEB4-45CD-8226-339BE553B8E6}"/>
          </ac:spMkLst>
        </pc:spChg>
        <pc:spChg chg="add del">
          <ac:chgData name="Santiago Cavanna" userId="ee447a2267de366e" providerId="LiveId" clId="{D3F09270-0B3C-4C4E-BABE-02D323587C79}" dt="2026-04-07T15:18:20.870" v="5" actId="26606"/>
          <ac:spMkLst>
            <pc:docMk/>
            <pc:sldMk cId="4272813217" sldId="256"/>
            <ac:spMk id="27" creationId="{169CC832-2974-4E8D-90ED-3E2941BA7336}"/>
          </ac:spMkLst>
        </pc:spChg>
        <pc:spChg chg="add del">
          <ac:chgData name="Santiago Cavanna" userId="ee447a2267de366e" providerId="LiveId" clId="{D3F09270-0B3C-4C4E-BABE-02D323587C79}" dt="2026-04-07T15:18:20.870" v="5" actId="26606"/>
          <ac:spMkLst>
            <pc:docMk/>
            <pc:sldMk cId="4272813217" sldId="256"/>
            <ac:spMk id="29" creationId="{55222F96-971A-4F90-B841-6BAB416C7AC1}"/>
          </ac:spMkLst>
        </pc:spChg>
        <pc:spChg chg="add del">
          <ac:chgData name="Santiago Cavanna" userId="ee447a2267de366e" providerId="LiveId" clId="{D3F09270-0B3C-4C4E-BABE-02D323587C79}" dt="2026-04-07T15:18:20.870" v="5" actId="26606"/>
          <ac:spMkLst>
            <pc:docMk/>
            <pc:sldMk cId="4272813217" sldId="256"/>
            <ac:spMk id="31" creationId="{08980754-6F4B-43C9-B9BE-127B6BED6586}"/>
          </ac:spMkLst>
        </pc:spChg>
        <pc:spChg chg="add del">
          <ac:chgData name="Santiago Cavanna" userId="ee447a2267de366e" providerId="LiveId" clId="{D3F09270-0B3C-4C4E-BABE-02D323587C79}" dt="2026-04-07T15:18:20.870" v="5" actId="26606"/>
          <ac:spMkLst>
            <pc:docMk/>
            <pc:sldMk cId="4272813217" sldId="256"/>
            <ac:spMk id="33" creationId="{2C1BBA94-3F40-40AA-8BB9-E69E25E537C1}"/>
          </ac:spMkLst>
        </pc:spChg>
        <pc:spChg chg="add">
          <ac:chgData name="Santiago Cavanna" userId="ee447a2267de366e" providerId="LiveId" clId="{D3F09270-0B3C-4C4E-BABE-02D323587C79}" dt="2026-04-07T15:18:20.880" v="6" actId="26606"/>
          <ac:spMkLst>
            <pc:docMk/>
            <pc:sldMk cId="4272813217" sldId="256"/>
            <ac:spMk id="35" creationId="{DBC6133C-0615-4CE4-9132-37E609A9BDFA}"/>
          </ac:spMkLst>
        </pc:spChg>
        <pc:spChg chg="add">
          <ac:chgData name="Santiago Cavanna" userId="ee447a2267de366e" providerId="LiveId" clId="{D3F09270-0B3C-4C4E-BABE-02D323587C79}" dt="2026-04-07T15:18:20.880" v="6" actId="26606"/>
          <ac:spMkLst>
            <pc:docMk/>
            <pc:sldMk cId="4272813217" sldId="256"/>
            <ac:spMk id="36" creationId="{169CC832-2974-4E8D-90ED-3E2941BA7336}"/>
          </ac:spMkLst>
        </pc:spChg>
        <pc:spChg chg="add">
          <ac:chgData name="Santiago Cavanna" userId="ee447a2267de366e" providerId="LiveId" clId="{D3F09270-0B3C-4C4E-BABE-02D323587C79}" dt="2026-04-07T15:18:20.880" v="6" actId="26606"/>
          <ac:spMkLst>
            <pc:docMk/>
            <pc:sldMk cId="4272813217" sldId="256"/>
            <ac:spMk id="37" creationId="{55222F96-971A-4F90-B841-6BAB416C7AC1}"/>
          </ac:spMkLst>
        </pc:spChg>
        <pc:spChg chg="add">
          <ac:chgData name="Santiago Cavanna" userId="ee447a2267de366e" providerId="LiveId" clId="{D3F09270-0B3C-4C4E-BABE-02D323587C79}" dt="2026-04-07T15:18:20.880" v="6" actId="26606"/>
          <ac:spMkLst>
            <pc:docMk/>
            <pc:sldMk cId="4272813217" sldId="256"/>
            <ac:spMk id="38" creationId="{08980754-6F4B-43C9-B9BE-127B6BED6586}"/>
          </ac:spMkLst>
        </pc:spChg>
        <pc:spChg chg="add">
          <ac:chgData name="Santiago Cavanna" userId="ee447a2267de366e" providerId="LiveId" clId="{D3F09270-0B3C-4C4E-BABE-02D323587C79}" dt="2026-04-07T15:18:20.880" v="6" actId="26606"/>
          <ac:spMkLst>
            <pc:docMk/>
            <pc:sldMk cId="4272813217" sldId="256"/>
            <ac:spMk id="39" creationId="{2C1BBA94-3F40-40AA-8BB9-E69E25E537C1}"/>
          </ac:spMkLst>
        </pc:spChg>
        <pc:picChg chg="add mod">
          <ac:chgData name="Santiago Cavanna" userId="ee447a2267de366e" providerId="LiveId" clId="{D3F09270-0B3C-4C4E-BABE-02D323587C79}" dt="2026-04-07T15:18:28.894" v="9" actId="1440"/>
          <ac:picMkLst>
            <pc:docMk/>
            <pc:sldMk cId="4272813217" sldId="256"/>
            <ac:picMk id="3" creationId="{5F777D6B-94AC-E168-3CB4-A59D0DCE07E3}"/>
          </ac:picMkLst>
        </pc:picChg>
        <pc:picChg chg="del">
          <ac:chgData name="Santiago Cavanna" userId="ee447a2267de366e" providerId="LiveId" clId="{D3F09270-0B3C-4C4E-BABE-02D323587C79}" dt="2026-04-07T15:17:38.555" v="2" actId="478"/>
          <ac:picMkLst>
            <pc:docMk/>
            <pc:sldMk cId="4272813217" sldId="256"/>
            <ac:picMk id="5" creationId="{24830A83-847B-0D14-6788-99D47611AF0A}"/>
          </ac:picMkLst>
        </pc:picChg>
      </pc:sldChg>
      <pc:sldChg chg="addSp mod">
        <pc:chgData name="Santiago Cavanna" userId="ee447a2267de366e" providerId="LiveId" clId="{D3F09270-0B3C-4C4E-BABE-02D323587C79}" dt="2026-04-07T15:19:00.233" v="10" actId="22"/>
        <pc:sldMkLst>
          <pc:docMk/>
          <pc:sldMk cId="3570102451" sldId="257"/>
        </pc:sldMkLst>
        <pc:picChg chg="add">
          <ac:chgData name="Santiago Cavanna" userId="ee447a2267de366e" providerId="LiveId" clId="{D3F09270-0B3C-4C4E-BABE-02D323587C79}" dt="2026-04-07T15:19:00.233" v="10" actId="22"/>
          <ac:picMkLst>
            <pc:docMk/>
            <pc:sldMk cId="3570102451" sldId="257"/>
            <ac:picMk id="3" creationId="{27E5F8E4-257A-C077-2807-7FCE0E10B050}"/>
          </ac:picMkLst>
        </pc:picChg>
      </pc:sldChg>
      <pc:sldChg chg="add">
        <pc:chgData name="Santiago Cavanna" userId="ee447a2267de366e" providerId="LiveId" clId="{D3F09270-0B3C-4C4E-BABE-02D323587C79}" dt="2026-04-07T15:55:50.951" v="11"/>
        <pc:sldMkLst>
          <pc:docMk/>
          <pc:sldMk cId="3346090815" sldId="260"/>
        </pc:sldMkLst>
      </pc:sldChg>
      <pc:sldChg chg="add">
        <pc:chgData name="Santiago Cavanna" userId="ee447a2267de366e" providerId="LiveId" clId="{D3F09270-0B3C-4C4E-BABE-02D323587C79}" dt="2026-04-07T15:55:50.951" v="11"/>
        <pc:sldMkLst>
          <pc:docMk/>
          <pc:sldMk cId="1583279686" sldId="261"/>
        </pc:sldMkLst>
      </pc:sldChg>
      <pc:sldChg chg="add">
        <pc:chgData name="Santiago Cavanna" userId="ee447a2267de366e" providerId="LiveId" clId="{D3F09270-0B3C-4C4E-BABE-02D323587C79}" dt="2026-04-07T15:55:50.951" v="11"/>
        <pc:sldMkLst>
          <pc:docMk/>
          <pc:sldMk cId="4260282783" sldId="262"/>
        </pc:sldMkLst>
      </pc:sldChg>
      <pc:sldChg chg="add">
        <pc:chgData name="Santiago Cavanna" userId="ee447a2267de366e" providerId="LiveId" clId="{D3F09270-0B3C-4C4E-BABE-02D323587C79}" dt="2026-04-07T15:55:50.951" v="11"/>
        <pc:sldMkLst>
          <pc:docMk/>
          <pc:sldMk cId="2113189032" sldId="263"/>
        </pc:sldMkLst>
      </pc:sldChg>
      <pc:sldChg chg="add">
        <pc:chgData name="Santiago Cavanna" userId="ee447a2267de366e" providerId="LiveId" clId="{D3F09270-0B3C-4C4E-BABE-02D323587C79}" dt="2026-04-07T15:55:50.951" v="11"/>
        <pc:sldMkLst>
          <pc:docMk/>
          <pc:sldMk cId="1860344342" sldId="264"/>
        </pc:sldMkLst>
      </pc:sldChg>
      <pc:sldChg chg="add">
        <pc:chgData name="Santiago Cavanna" userId="ee447a2267de366e" providerId="LiveId" clId="{D3F09270-0B3C-4C4E-BABE-02D323587C79}" dt="2026-04-07T15:55:50.951" v="11"/>
        <pc:sldMkLst>
          <pc:docMk/>
          <pc:sldMk cId="714280562" sldId="265"/>
        </pc:sldMkLst>
      </pc:sldChg>
      <pc:sldChg chg="add">
        <pc:chgData name="Santiago Cavanna" userId="ee447a2267de366e" providerId="LiveId" clId="{D3F09270-0B3C-4C4E-BABE-02D323587C79}" dt="2026-04-07T15:55:50.951" v="11"/>
        <pc:sldMkLst>
          <pc:docMk/>
          <pc:sldMk cId="3498435881" sldId="266"/>
        </pc:sldMkLst>
      </pc:sldChg>
      <pc:sldChg chg="add">
        <pc:chgData name="Santiago Cavanna" userId="ee447a2267de366e" providerId="LiveId" clId="{D3F09270-0B3C-4C4E-BABE-02D323587C79}" dt="2026-04-07T15:55:50.951" v="11"/>
        <pc:sldMkLst>
          <pc:docMk/>
          <pc:sldMk cId="4181444196" sldId="267"/>
        </pc:sldMkLst>
      </pc:sldChg>
      <pc:sldChg chg="add">
        <pc:chgData name="Santiago Cavanna" userId="ee447a2267de366e" providerId="LiveId" clId="{D3F09270-0B3C-4C4E-BABE-02D323587C79}" dt="2026-04-07T15:55:50.951" v="11"/>
        <pc:sldMkLst>
          <pc:docMk/>
          <pc:sldMk cId="1299731310" sldId="268"/>
        </pc:sldMkLst>
      </pc:sldChg>
      <pc:sldChg chg="add">
        <pc:chgData name="Santiago Cavanna" userId="ee447a2267de366e" providerId="LiveId" clId="{D3F09270-0B3C-4C4E-BABE-02D323587C79}" dt="2026-04-07T15:55:50.951" v="11"/>
        <pc:sldMkLst>
          <pc:docMk/>
          <pc:sldMk cId="819479983" sldId="269"/>
        </pc:sldMkLst>
      </pc:sldChg>
      <pc:sldChg chg="add">
        <pc:chgData name="Santiago Cavanna" userId="ee447a2267de366e" providerId="LiveId" clId="{D3F09270-0B3C-4C4E-BABE-02D323587C79}" dt="2026-04-07T15:55:50.951" v="11"/>
        <pc:sldMkLst>
          <pc:docMk/>
          <pc:sldMk cId="745692259" sldId="270"/>
        </pc:sldMkLst>
      </pc:sldChg>
      <pc:sldChg chg="add">
        <pc:chgData name="Santiago Cavanna" userId="ee447a2267de366e" providerId="LiveId" clId="{D3F09270-0B3C-4C4E-BABE-02D323587C79}" dt="2026-04-07T15:55:50.951" v="11"/>
        <pc:sldMkLst>
          <pc:docMk/>
          <pc:sldMk cId="3932800592" sldId="271"/>
        </pc:sldMkLst>
      </pc:sldChg>
      <pc:sldChg chg="add">
        <pc:chgData name="Santiago Cavanna" userId="ee447a2267de366e" providerId="LiveId" clId="{D3F09270-0B3C-4C4E-BABE-02D323587C79}" dt="2026-04-07T15:55:50.951" v="11"/>
        <pc:sldMkLst>
          <pc:docMk/>
          <pc:sldMk cId="3281083530" sldId="272"/>
        </pc:sldMkLst>
      </pc:sldChg>
      <pc:sldChg chg="add">
        <pc:chgData name="Santiago Cavanna" userId="ee447a2267de366e" providerId="LiveId" clId="{D3F09270-0B3C-4C4E-BABE-02D323587C79}" dt="2026-04-07T15:55:50.951" v="11"/>
        <pc:sldMkLst>
          <pc:docMk/>
          <pc:sldMk cId="1147618435" sldId="273"/>
        </pc:sldMkLst>
      </pc:sldChg>
      <pc:sldChg chg="add">
        <pc:chgData name="Santiago Cavanna" userId="ee447a2267de366e" providerId="LiveId" clId="{D3F09270-0B3C-4C4E-BABE-02D323587C79}" dt="2026-04-07T15:55:50.951" v="11"/>
        <pc:sldMkLst>
          <pc:docMk/>
          <pc:sldMk cId="4114371699" sldId="274"/>
        </pc:sldMkLst>
      </pc:sldChg>
      <pc:sldChg chg="add">
        <pc:chgData name="Santiago Cavanna" userId="ee447a2267de366e" providerId="LiveId" clId="{D3F09270-0B3C-4C4E-BABE-02D323587C79}" dt="2026-04-07T15:55:50.951" v="11"/>
        <pc:sldMkLst>
          <pc:docMk/>
          <pc:sldMk cId="1031307496" sldId="275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F0301-2489-1B76-6C38-C8AC0127F1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2B5920-1D9F-7AD0-A1F9-A239406417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A34DC6-4B49-1839-85AB-676544019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D8F10-BE2F-4E76-8900-C8320BFD67B3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3852ED-7F7B-1F4C-24DC-B41211C4C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11ECD4-CAF2-C524-4B6C-730961A78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B83D6-20DB-4167-9AF0-EBE772DD3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7099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DFFDC-A9D8-6570-0656-81279210E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1AC7A0-8FC9-C8B6-226C-6400D8DE6F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E0FC80-7CF6-163D-6A6F-82682FE19E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D8F10-BE2F-4E76-8900-C8320BFD67B3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7F4EAE-C376-21CA-4028-EE5AAB066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F2A75C-2276-5406-80A9-6A0D58451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B83D6-20DB-4167-9AF0-EBE772DD3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1511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65BA9-18DC-DFCE-D778-093CF1DE8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5089CC-E81F-C856-419E-CCBC4B5706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DCF10E-2BC5-F987-5DD8-6527CB495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D8F10-BE2F-4E76-8900-C8320BFD67B3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3077A3-647F-9BF0-730E-69806FC72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EDEF61-2B03-842F-B55D-04EFAD619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B83D6-20DB-4167-9AF0-EBE772DD3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4809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C57EE-9FC7-8271-E31F-329B9393B4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47BF63-5FE0-9913-D110-5F9C6F4CB9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CBE28E-48B5-D582-EA69-F6DBECA82F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E6B55F-7BD0-610F-9F90-95E87CCE1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D8F10-BE2F-4E76-8900-C8320BFD67B3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71301B-2F33-C627-1D9F-32CD0FDEB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F0F904-B439-21A3-71FE-FC5C31C3B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B83D6-20DB-4167-9AF0-EBE772DD3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1955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C0847-23B8-9DA9-205B-682A70B10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1FB5D3-A414-77DF-057D-C8A9A3911F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D48BDD-3D10-C8AA-54AD-13B208F8D9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2BCB6C-7312-1074-392B-C5EF46AF12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D857AD-A269-E94B-779D-D66207076C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8C26D55-CBF4-4366-E57B-46EB21767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D8F10-BE2F-4E76-8900-C8320BFD67B3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14677D0-10B2-C6A6-BA09-A393C0F74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7928D2-EDC6-F978-CB61-8324AD0C2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B83D6-20DB-4167-9AF0-EBE772DD3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711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CAFA5-D3E9-C6BB-E3A9-815F47202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036BF0-A4B0-ED91-38BE-E0CC3DE13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D8F10-BE2F-4E76-8900-C8320BFD67B3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8BD792-5C41-38C9-9D6A-1DF6B9900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258AE1-55D9-EC93-9DEB-4EBCF83AA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B83D6-20DB-4167-9AF0-EBE772DD3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6504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D75039-D633-F943-4CA3-2627B7B06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D8F10-BE2F-4E76-8900-C8320BFD67B3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8027BC-0F6E-CC39-1386-A722E85EF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B3982C-7C89-D891-0543-64F2BCE9C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B83D6-20DB-4167-9AF0-EBE772DD3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2041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A763C-8394-C305-B3C9-3B79E8673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1C3CCA-CEAF-EF39-520C-00EFE2CA29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189C52-5741-0223-3087-D43A467CD4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C27E0D-A055-00A9-3361-647EAEEB83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D8F10-BE2F-4E76-8900-C8320BFD67B3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0D1316-A84F-5D70-9A80-9DCA6252A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516AB8-46EC-597E-B696-17CD8D411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B83D6-20DB-4167-9AF0-EBE772DD3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9996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6DC29-CE9F-F6D6-80BA-99D371FA2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4CFAF1-4B6C-F1FC-1180-8E2C679E91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E4F0AB-B169-7B15-E2D0-8D52BF475F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3F5D5E-739A-DA85-A3D2-0FEE4A8D6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D8F10-BE2F-4E76-8900-C8320BFD67B3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6D6EE0-4992-F015-7CF0-523546BEC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83F4B4-E478-C135-5479-31625B484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B83D6-20DB-4167-9AF0-EBE772DD3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8506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D9EEB-ECFC-FED0-5A64-DAB6DBE18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00CFEF-8A0D-BD91-3277-E1C4A25F3D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456C0E-9D98-D54A-4FC2-02D10558E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D8F10-BE2F-4E76-8900-C8320BFD67B3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478E08-F1E5-83E1-A616-C9B588612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E0322A-4E95-3EBA-414C-6987B3781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B83D6-20DB-4167-9AF0-EBE772DD3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257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E112E9D-437B-5FF6-463D-2DAAFABFE1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1D3548-1EE5-9A7D-1296-3D08D2E10E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5A8543-07D4-F1D3-B1D0-A4A098533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D8F10-BE2F-4E76-8900-C8320BFD67B3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6DFBF5-4FCA-EA6F-48DF-A81352B4C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0E7121-46C5-B474-15D4-36F834DA9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B83D6-20DB-4167-9AF0-EBE772DD3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680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F564CA-D4AC-D4A2-F468-AE9012CD5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71AE5D-0B23-0DB1-35E2-99F3990E29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1BFC54-34D7-9143-A422-613C27E827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7D8F10-BE2F-4E76-8900-C8320BFD67B3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B6B251-709D-3608-D8A3-1C42A5F3FD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1DA167-11BD-A17A-7691-5E3611116F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4B83D6-20DB-4167-9AF0-EBE772DD3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065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linkedin.com/pulse/microsoft-defender-endpoint-secops-excelencia-mgo8f" TargetMode="Externa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3A08CC-918C-675D-6639-BD1E5A0D2124}"/>
              </a:ext>
            </a:extLst>
          </p:cNvPr>
          <p:cNvSpPr txBox="1"/>
          <p:nvPr/>
        </p:nvSpPr>
        <p:spPr>
          <a:xfrm>
            <a:off x="645066" y="2031101"/>
            <a:ext cx="4282984" cy="35119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hlinkClick r:id="rId2"/>
              </a:rPr>
              <a:t>https://www.linkedin.com/pulse/microsoft-defender-endpoint-secops-excelencia-mgo8f</a:t>
            </a:r>
            <a:r>
              <a:rPr lang="en-US" dirty="0"/>
              <a:t> 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F777D6B-94AC-E168-3CB4-A59D0DCE07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7738" y="1455319"/>
            <a:ext cx="5628018" cy="371449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728132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57B95-C808-7606-AF47-4FA91ED0A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7E5F8E4-257A-C077-2807-7FCE0E10B0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1024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D999C-0621-739F-FBB9-7B55B0FB9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23299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71BF0B-2702-930B-9028-072362635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08275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D999C-0621-739F-FBB9-7B55B0FB9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60908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71BF0B-2702-930B-9028-072362635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32796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5986EA-427D-8511-A487-3948AEE97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02827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D17922-56F7-9445-C96A-358CD0092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31890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015B9-7AFF-4433-88ED-96FCD650A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03443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6ADEC-A96B-F45E-39F3-759DE003B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142805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6CE27D-D304-504C-C7C6-EAFCC7534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84358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4F2E81-77AD-C608-B5BC-3AC8E67D6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14441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D7A39E-BC96-79CD-DA71-D73959750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97313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83B935-47E5-8850-1838-87C064AEA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94799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305005-B432-717A-F3FC-0AD3DE544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56922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E6A64A-E99F-01C3-9754-82A0CC6E2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28005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6A6D4-84D7-A187-0005-E3610A1C5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10835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C0A35A-E8EB-E0F5-D27E-5CD13AEBB4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76184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A23E1F-ECAC-BBC6-CFBE-D29DBA66F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43716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55863A-C81F-CD10-4438-94B2C72253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13074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11</Words>
  <Application>Microsoft Office PowerPoint</Application>
  <PresentationFormat>Widescreen</PresentationFormat>
  <Paragraphs>1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Santiago Cavanna</dc:creator>
  <cp:lastModifiedBy>Santiago Cavanna</cp:lastModifiedBy>
  <cp:revision>1</cp:revision>
  <dcterms:created xsi:type="dcterms:W3CDTF">2026-04-07T14:56:26Z</dcterms:created>
  <dcterms:modified xsi:type="dcterms:W3CDTF">2026-04-07T15:56:00Z</dcterms:modified>
</cp:coreProperties>
</file>