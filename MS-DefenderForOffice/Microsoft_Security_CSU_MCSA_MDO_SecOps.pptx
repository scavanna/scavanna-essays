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C9C50-939A-4B97-B46C-620E4502FBCA}" v="2" dt="2026-04-07T15:55:23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07T15:55:23.109" v="12"/>
      <pc:docMkLst>
        <pc:docMk/>
      </pc:docMkLst>
      <pc:sldChg chg="addSp delSp modSp mod">
        <pc:chgData name="Santiago Cavanna" userId="ee447a2267de366e" providerId="LiveId" clId="{D3F09270-0B3C-4C4E-BABE-02D323587C79}" dt="2026-04-07T15:05:12.764" v="10" actId="1076"/>
        <pc:sldMkLst>
          <pc:docMk/>
          <pc:sldMk cId="4272813217" sldId="256"/>
        </pc:sldMkLst>
        <pc:spChg chg="add mod">
          <ac:chgData name="Santiago Cavanna" userId="ee447a2267de366e" providerId="LiveId" clId="{D3F09270-0B3C-4C4E-BABE-02D323587C79}" dt="2026-04-07T15:05:12.764" v="10" actId="1076"/>
          <ac:spMkLst>
            <pc:docMk/>
            <pc:sldMk cId="4272813217" sldId="256"/>
            <ac:spMk id="6" creationId="{B917CD92-5653-9A6B-B9D4-B225D9BBAB0C}"/>
          </ac:spMkLst>
        </pc:spChg>
        <pc:spChg chg="del">
          <ac:chgData name="Santiago Cavanna" userId="ee447a2267de366e" providerId="LiveId" clId="{D3F09270-0B3C-4C4E-BABE-02D323587C79}" dt="2026-04-07T15:04:38.097" v="4" actId="478"/>
          <ac:spMkLst>
            <pc:docMk/>
            <pc:sldMk cId="4272813217" sldId="256"/>
            <ac:spMk id="7" creationId="{963A08CC-918C-675D-6639-BD1E5A0D2124}"/>
          </ac:spMkLst>
        </pc:spChg>
        <pc:spChg chg="del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16" creationId="{55222F96-971A-4F90-B841-6BAB416C7AC1}"/>
          </ac:spMkLst>
        </pc:spChg>
        <pc:spChg chg="del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17" creationId="{DBC6133C-0615-4CE4-9132-37E609A9BDFA}"/>
          </ac:spMkLst>
        </pc:spChg>
        <pc:spChg chg="del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18" creationId="{08980754-6F4B-43C9-B9BE-127B6BED6586}"/>
          </ac:spMkLst>
        </pc:spChg>
        <pc:spChg chg="del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19" creationId="{169CC832-2974-4E8D-90ED-3E2941BA7336}"/>
          </ac:spMkLst>
        </pc:spChg>
        <pc:spChg chg="del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20" creationId="{2C1BBA94-3F40-40AA-8BB9-E69E25E537C1}"/>
          </ac:spMkLst>
        </pc:spChg>
        <pc:spChg chg="add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2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27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29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31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04:26.117" v="2" actId="26606"/>
          <ac:spMkLst>
            <pc:docMk/>
            <pc:sldMk cId="4272813217" sldId="256"/>
            <ac:spMk id="33" creationId="{2C1BBA94-3F40-40AA-8BB9-E69E25E537C1}"/>
          </ac:spMkLst>
        </pc:spChg>
        <pc:picChg chg="add mod">
          <ac:chgData name="Santiago Cavanna" userId="ee447a2267de366e" providerId="LiveId" clId="{D3F09270-0B3C-4C4E-BABE-02D323587C79}" dt="2026-04-07T15:04:28.593" v="3" actId="1440"/>
          <ac:picMkLst>
            <pc:docMk/>
            <pc:sldMk cId="4272813217" sldId="256"/>
            <ac:picMk id="3" creationId="{61B4D8FB-891E-80CB-4C02-29A5C9524C5E}"/>
          </ac:picMkLst>
        </pc:picChg>
        <pc:picChg chg="del">
          <ac:chgData name="Santiago Cavanna" userId="ee447a2267de366e" providerId="LiveId" clId="{D3F09270-0B3C-4C4E-BABE-02D323587C79}" dt="2026-04-07T15:04:20.847" v="0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05:27.187" v="11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05:27.187" v="11" actId="22"/>
          <ac:picMkLst>
            <pc:docMk/>
            <pc:sldMk cId="3570102451" sldId="257"/>
            <ac:picMk id="3" creationId="{0BCBCDE3-5C12-150C-8BB2-FA10DBA685B6}"/>
          </ac:picMkLst>
        </pc:picChg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713569670" sldId="260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4050850024" sldId="261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23.109" v="12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microsoft-defender-office-mdo-excelencia-wnpqf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B4D8FB-891E-80CB-4C02-29A5C952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237234"/>
            <a:ext cx="5628018" cy="4150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17CD92-5653-9A6B-B9D4-B225D9BBAB0C}"/>
              </a:ext>
            </a:extLst>
          </p:cNvPr>
          <p:cNvSpPr txBox="1"/>
          <p:nvPr/>
        </p:nvSpPr>
        <p:spPr>
          <a:xfrm>
            <a:off x="616533" y="2716929"/>
            <a:ext cx="2866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https://www.linkedin.com/pulse/microsoft-defender-office-mdo-excelencia-wnpqf/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BCDE3-5C12-150C-8BB2-FA10DBA68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56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850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12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2026-04-07T15:55:35Z</dcterms:modified>
</cp:coreProperties>
</file>