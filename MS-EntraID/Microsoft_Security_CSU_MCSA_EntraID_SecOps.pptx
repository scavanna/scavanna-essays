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7F7FE-9534-4213-A96F-39AA5766938D}" v="3" dt="2026-04-07T15:55:37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undo custSel addSld modSld">
      <pc:chgData name="Santiago Cavanna" userId="ee447a2267de366e" providerId="LiveId" clId="{D3F09270-0B3C-4C4E-BABE-02D323587C79}" dt="2026-04-07T15:55:37.333" v="15"/>
      <pc:docMkLst>
        <pc:docMk/>
      </pc:docMkLst>
      <pc:sldChg chg="addSp delSp modSp mod">
        <pc:chgData name="Santiago Cavanna" userId="ee447a2267de366e" providerId="LiveId" clId="{D3F09270-0B3C-4C4E-BABE-02D323587C79}" dt="2026-04-07T15:38:38.978" v="13" actId="403"/>
        <pc:sldMkLst>
          <pc:docMk/>
          <pc:sldMk cId="4272813217" sldId="256"/>
        </pc:sldMkLst>
        <pc:spChg chg="mod">
          <ac:chgData name="Santiago Cavanna" userId="ee447a2267de366e" providerId="LiveId" clId="{D3F09270-0B3C-4C4E-BABE-02D323587C79}" dt="2026-04-07T15:38:38.978" v="13" actId="403"/>
          <ac:spMkLst>
            <pc:docMk/>
            <pc:sldMk cId="4272813217" sldId="256"/>
            <ac:spMk id="7" creationId="{963A08CC-918C-675D-6639-BD1E5A0D2124}"/>
          </ac:spMkLst>
        </pc:spChg>
        <pc:spChg chg="add del">
          <ac:chgData name="Santiago Cavanna" userId="ee447a2267de366e" providerId="LiveId" clId="{D3F09270-0B3C-4C4E-BABE-02D323587C79}" dt="2026-04-07T15:37:26.719" v="5" actId="26606"/>
          <ac:spMkLst>
            <pc:docMk/>
            <pc:sldMk cId="4272813217" sldId="256"/>
            <ac:spMk id="16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37:26.719" v="5" actId="26606"/>
          <ac:spMkLst>
            <pc:docMk/>
            <pc:sldMk cId="4272813217" sldId="256"/>
            <ac:spMk id="17" creationId="{DBC6133C-0615-4CE4-9132-37E609A9BDFA}"/>
          </ac:spMkLst>
        </pc:spChg>
        <pc:spChg chg="add del">
          <ac:chgData name="Santiago Cavanna" userId="ee447a2267de366e" providerId="LiveId" clId="{D3F09270-0B3C-4C4E-BABE-02D323587C79}" dt="2026-04-07T15:37:26.719" v="5" actId="26606"/>
          <ac:spMkLst>
            <pc:docMk/>
            <pc:sldMk cId="4272813217" sldId="256"/>
            <ac:spMk id="18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37:26.719" v="5" actId="26606"/>
          <ac:spMkLst>
            <pc:docMk/>
            <pc:sldMk cId="4272813217" sldId="256"/>
            <ac:spMk id="19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37:26.719" v="5" actId="26606"/>
          <ac:spMkLst>
            <pc:docMk/>
            <pc:sldMk cId="4272813217" sldId="256"/>
            <ac:spMk id="20" creationId="{2C1BBA94-3F40-40AA-8BB9-E69E25E537C1}"/>
          </ac:spMkLst>
        </pc:spChg>
        <pc:spChg chg="add del">
          <ac:chgData name="Santiago Cavanna" userId="ee447a2267de366e" providerId="LiveId" clId="{D3F09270-0B3C-4C4E-BABE-02D323587C79}" dt="2026-04-07T15:37:26.693" v="4" actId="26606"/>
          <ac:spMkLst>
            <pc:docMk/>
            <pc:sldMk cId="4272813217" sldId="256"/>
            <ac:spMk id="25" creationId="{201CC55D-ED54-4C5C-95E6-10947BD1103B}"/>
          </ac:spMkLst>
        </pc:spChg>
        <pc:spChg chg="add del">
          <ac:chgData name="Santiago Cavanna" userId="ee447a2267de366e" providerId="LiveId" clId="{D3F09270-0B3C-4C4E-BABE-02D323587C79}" dt="2026-04-07T15:37:26.693" v="4" actId="26606"/>
          <ac:spMkLst>
            <pc:docMk/>
            <pc:sldMk cId="4272813217" sldId="256"/>
            <ac:spMk id="31" creationId="{3873B707-463F-40B0-8227-E8CC6C67EB25}"/>
          </ac:spMkLst>
        </pc:spChg>
        <pc:spChg chg="add del">
          <ac:chgData name="Santiago Cavanna" userId="ee447a2267de366e" providerId="LiveId" clId="{D3F09270-0B3C-4C4E-BABE-02D323587C79}" dt="2026-04-07T15:37:26.693" v="4" actId="26606"/>
          <ac:spMkLst>
            <pc:docMk/>
            <pc:sldMk cId="4272813217" sldId="256"/>
            <ac:spMk id="33" creationId="{C13237C8-E62C-4F0D-A318-BD6FB6C2D138}"/>
          </ac:spMkLst>
        </pc:spChg>
        <pc:spChg chg="add del">
          <ac:chgData name="Santiago Cavanna" userId="ee447a2267de366e" providerId="LiveId" clId="{D3F09270-0B3C-4C4E-BABE-02D323587C79}" dt="2026-04-07T15:37:26.693" v="4" actId="26606"/>
          <ac:spMkLst>
            <pc:docMk/>
            <pc:sldMk cId="4272813217" sldId="256"/>
            <ac:spMk id="35" creationId="{19C9EAEA-39D0-4B0E-A0EB-51E7B26740B1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37" creationId="{DBC6133C-0615-4CE4-9132-37E609A9BDFA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38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39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40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41" creationId="{2C1BBA94-3F40-40AA-8BB9-E69E25E537C1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46" creationId="{47942995-B07F-4636-9A06-C6A104B260A8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53" creationId="{B81933D1-5615-42C7-9C0B-4EB7105CCE2D}"/>
          </ac:spMkLst>
        </pc:spChg>
        <pc:spChg chg="add del">
          <ac:chgData name="Santiago Cavanna" userId="ee447a2267de366e" providerId="LiveId" clId="{D3F09270-0B3C-4C4E-BABE-02D323587C79}" dt="2026-04-07T15:38:22.555" v="11" actId="26606"/>
          <ac:spMkLst>
            <pc:docMk/>
            <pc:sldMk cId="4272813217" sldId="256"/>
            <ac:spMk id="55" creationId="{19C9EAEA-39D0-4B0E-A0EB-51E7B26740B1}"/>
          </ac:spMkLst>
        </pc:spChg>
        <pc:picChg chg="add mod">
          <ac:chgData name="Santiago Cavanna" userId="ee447a2267de366e" providerId="LiveId" clId="{D3F09270-0B3C-4C4E-BABE-02D323587C79}" dt="2026-04-07T15:38:22.555" v="11" actId="26606"/>
          <ac:picMkLst>
            <pc:docMk/>
            <pc:sldMk cId="4272813217" sldId="256"/>
            <ac:picMk id="3" creationId="{D84A8D2A-FE87-9CA0-A789-1FF112C0AB0C}"/>
          </ac:picMkLst>
        </pc:picChg>
        <pc:picChg chg="del mod">
          <ac:chgData name="Santiago Cavanna" userId="ee447a2267de366e" providerId="LiveId" clId="{D3F09270-0B3C-4C4E-BABE-02D323587C79}" dt="2026-04-07T15:37:16.685" v="1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38:49.349" v="14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38:49.349" v="14" actId="22"/>
          <ac:picMkLst>
            <pc:docMk/>
            <pc:sldMk cId="3570102451" sldId="257"/>
            <ac:picMk id="3" creationId="{C0ED6D71-5B4C-2245-02A2-5B60F9149A03}"/>
          </ac:picMkLst>
        </pc:picChg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448838076" sldId="260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3145524178" sldId="261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37.333" v="15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entra-id-socsecops-excelencia-bp2gf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https://www.linkedin.com/pulse/microsoft-entra-id-socsecops-excelencia-bp2gf/</a:t>
            </a:r>
            <a:r>
              <a:rPr lang="en-US" sz="2400" dirty="0"/>
              <a:t>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A8D2A-FE87-9CA0-A789-1FF112C0A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934728"/>
            <a:ext cx="5628018" cy="475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D6D71-5B4C-2245-02A2-5B60F914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83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52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2026-04-07T15:55:50Z</dcterms:modified>
</cp:coreProperties>
</file>