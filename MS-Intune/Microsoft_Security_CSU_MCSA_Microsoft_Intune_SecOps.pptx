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60B75-962F-4623-A979-DE7C49B2E0A0}" v="3" dt="2026-04-07T15:55:46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8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vanna" userId="ee447a2267de366e" providerId="LiveId" clId="{D3F09270-0B3C-4C4E-BABE-02D323587C79}"/>
    <pc:docChg chg="custSel addSld modSld">
      <pc:chgData name="Santiago Cavanna" userId="ee447a2267de366e" providerId="LiveId" clId="{D3F09270-0B3C-4C4E-BABE-02D323587C79}" dt="2026-04-07T15:55:46.358" v="11"/>
      <pc:docMkLst>
        <pc:docMk/>
      </pc:docMkLst>
      <pc:sldChg chg="addSp delSp modSp mod">
        <pc:chgData name="Santiago Cavanna" userId="ee447a2267de366e" providerId="LiveId" clId="{D3F09270-0B3C-4C4E-BABE-02D323587C79}" dt="2026-04-07T15:49:59.171" v="9" actId="403"/>
        <pc:sldMkLst>
          <pc:docMk/>
          <pc:sldMk cId="4272813217" sldId="256"/>
        </pc:sldMkLst>
        <pc:spChg chg="mod">
          <ac:chgData name="Santiago Cavanna" userId="ee447a2267de366e" providerId="LiveId" clId="{D3F09270-0B3C-4C4E-BABE-02D323587C79}" dt="2026-04-07T15:49:59.171" v="9" actId="403"/>
          <ac:spMkLst>
            <pc:docMk/>
            <pc:sldMk cId="4272813217" sldId="256"/>
            <ac:spMk id="7" creationId="{963A08CC-918C-675D-6639-BD1E5A0D2124}"/>
          </ac:spMkLst>
        </pc:spChg>
        <pc:spChg chg="del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16" creationId="{55222F96-971A-4F90-B841-6BAB416C7AC1}"/>
          </ac:spMkLst>
        </pc:spChg>
        <pc:spChg chg="del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17" creationId="{DBC6133C-0615-4CE4-9132-37E609A9BDFA}"/>
          </ac:spMkLst>
        </pc:spChg>
        <pc:spChg chg="del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18" creationId="{08980754-6F4B-43C9-B9BE-127B6BED6586}"/>
          </ac:spMkLst>
        </pc:spChg>
        <pc:spChg chg="del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19" creationId="{169CC832-2974-4E8D-90ED-3E2941BA7336}"/>
          </ac:spMkLst>
        </pc:spChg>
        <pc:spChg chg="del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0" creationId="{2C1BBA94-3F40-40AA-8BB9-E69E25E537C1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5" creationId="{DBC6133C-0615-4CE4-9132-37E609A9BDFA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7" creationId="{169CC832-2974-4E8D-90ED-3E2941BA7336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9" creationId="{55222F96-971A-4F90-B841-6BAB416C7AC1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31" creationId="{08980754-6F4B-43C9-B9BE-127B6BED6586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33" creationId="{2C1BBA94-3F40-40AA-8BB9-E69E25E537C1}"/>
          </ac:spMkLst>
        </pc:spChg>
        <pc:picChg chg="add">
          <ac:chgData name="Santiago Cavanna" userId="ee447a2267de366e" providerId="LiveId" clId="{D3F09270-0B3C-4C4E-BABE-02D323587C79}" dt="2026-04-07T15:49:14.152" v="2" actId="22"/>
          <ac:picMkLst>
            <pc:docMk/>
            <pc:sldMk cId="4272813217" sldId="256"/>
            <ac:picMk id="3" creationId="{8B6733F1-DA18-86BF-8A73-6E81471E7932}"/>
          </ac:picMkLst>
        </pc:picChg>
        <pc:picChg chg="del mod">
          <ac:chgData name="Santiago Cavanna" userId="ee447a2267de366e" providerId="LiveId" clId="{D3F09270-0B3C-4C4E-BABE-02D323587C79}" dt="2026-04-07T15:48:38.196" v="1" actId="478"/>
          <ac:picMkLst>
            <pc:docMk/>
            <pc:sldMk cId="4272813217" sldId="256"/>
            <ac:picMk id="5" creationId="{24830A83-847B-0D14-6788-99D47611AF0A}"/>
          </ac:picMkLst>
        </pc:picChg>
      </pc:sldChg>
      <pc:sldChg chg="addSp mod">
        <pc:chgData name="Santiago Cavanna" userId="ee447a2267de366e" providerId="LiveId" clId="{D3F09270-0B3C-4C4E-BABE-02D323587C79}" dt="2026-04-07T15:50:16.891" v="10" actId="22"/>
        <pc:sldMkLst>
          <pc:docMk/>
          <pc:sldMk cId="3570102451" sldId="257"/>
        </pc:sldMkLst>
        <pc:picChg chg="add">
          <ac:chgData name="Santiago Cavanna" userId="ee447a2267de366e" providerId="LiveId" clId="{D3F09270-0B3C-4C4E-BABE-02D323587C79}" dt="2026-04-07T15:50:16.891" v="10" actId="22"/>
          <ac:picMkLst>
            <pc:docMk/>
            <pc:sldMk cId="3570102451" sldId="257"/>
            <ac:picMk id="3" creationId="{B147E4B7-6400-DE84-DC7E-124B8D51EDAB}"/>
          </ac:picMkLst>
        </pc:picChg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745841242" sldId="260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594283526" sldId="261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260282783" sldId="262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2113189032" sldId="263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860344342" sldId="264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714280562" sldId="265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498435881" sldId="266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181444196" sldId="267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299731310" sldId="268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819479983" sldId="269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745692259" sldId="270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932800592" sldId="271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281083530" sldId="272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147618435" sldId="273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114371699" sldId="274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03130749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pulse/microsoft-intune-secops-pov-co-operacion-xfisf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A08CC-918C-675D-6639-BD1E5A0D2124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hlinkClick r:id="rId2"/>
              </a:rPr>
              <a:t>https://www.linkedin.com/pulse/microsoft-intune-secops-pov-co-operacion-xfisf/</a:t>
            </a:r>
            <a:r>
              <a:rPr lang="en-US" sz="2400" dirty="0"/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6733F1-DA18-86BF-8A73-6E81471E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38" y="829202"/>
            <a:ext cx="5628018" cy="49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7E4B7-6400-DE84-DC7E-124B8D51E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4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283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86EA-427D-8511-A487-3948AEE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8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7922-56F7-9445-C96A-358CD009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18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5B9-7AFF-4433-88ED-96FCD650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4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DEC-A96B-F45E-39F3-759DE003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8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27D-D304-504C-C7C6-EAFCC75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43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2E81-77AD-C608-B5BC-3AC8E67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44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39E-BC96-79CD-DA71-D739597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935-47E5-8850-1838-87C064AE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7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5005-B432-717A-F3FC-0AD3DE54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9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64A-E99F-01C3-9754-82A0CC6E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0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6D4-84D7-A187-0005-E3610A1C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8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A35A-E8EB-E0F5-D27E-5CD13AEB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18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3E1F-ECAC-BBC6-CFBE-D29DBA66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7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863A-C81F-CD10-4438-94B2C722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3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</Words>
  <Application>Microsoft Office PowerPoint</Application>
  <PresentationFormat>Widescreen</PresentationFormat>
  <Paragraphs>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2026-04-07T15:55:55Z</dcterms:modified>
</cp:coreProperties>
</file>