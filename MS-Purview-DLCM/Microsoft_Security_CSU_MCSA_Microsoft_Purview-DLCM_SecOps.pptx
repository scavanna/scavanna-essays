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70F5D2-7E23-4864-A112-3AB5A8D5C258}" v="2" dt="2026-04-15T17:03:50.6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Cavanna" userId="ee447a2267de366e" providerId="LiveId" clId="{D3F09270-0B3C-4C4E-BABE-02D323587C79}"/>
    <pc:docChg chg="custSel addSld modSld">
      <pc:chgData name="Santiago Cavanna" userId="ee447a2267de366e" providerId="LiveId" clId="{D3F09270-0B3C-4C4E-BABE-02D323587C79}" dt="2026-04-15T17:03:58.657" v="21" actId="20577"/>
      <pc:docMkLst>
        <pc:docMk/>
      </pc:docMkLst>
      <pc:sldChg chg="addSp delSp modSp mod">
        <pc:chgData name="Santiago Cavanna" userId="ee447a2267de366e" providerId="LiveId" clId="{D3F09270-0B3C-4C4E-BABE-02D323587C79}" dt="2026-04-15T17:03:58.657" v="21" actId="20577"/>
        <pc:sldMkLst>
          <pc:docMk/>
          <pc:sldMk cId="4272813217" sldId="256"/>
        </pc:sldMkLst>
        <pc:spChg chg="add mod">
          <ac:chgData name="Santiago Cavanna" userId="ee447a2267de366e" providerId="LiveId" clId="{D3F09270-0B3C-4C4E-BABE-02D323587C79}" dt="2026-04-15T17:03:58.657" v="21" actId="20577"/>
          <ac:spMkLst>
            <pc:docMk/>
            <pc:sldMk cId="4272813217" sldId="256"/>
            <ac:spMk id="2" creationId="{61A80AA1-CCDC-0000-6446-98EA193D9D65}"/>
          </ac:spMkLst>
        </pc:spChg>
        <pc:spChg chg="mod">
          <ac:chgData name="Santiago Cavanna" userId="ee447a2267de366e" providerId="LiveId" clId="{D3F09270-0B3C-4C4E-BABE-02D323587C79}" dt="2026-04-15T16:58:51.582" v="16" actId="20577"/>
          <ac:spMkLst>
            <pc:docMk/>
            <pc:sldMk cId="4272813217" sldId="256"/>
            <ac:spMk id="7" creationId="{963A08CC-918C-675D-6639-BD1E5A0D2124}"/>
          </ac:spMkLst>
        </pc:spChg>
        <pc:spChg chg="add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25" creationId="{DBC6133C-0615-4CE4-9132-37E609A9BDFA}"/>
          </ac:spMkLst>
        </pc:spChg>
        <pc:spChg chg="add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27" creationId="{169CC832-2974-4E8D-90ED-3E2941BA7336}"/>
          </ac:spMkLst>
        </pc:spChg>
        <pc:spChg chg="add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29" creationId="{55222F96-971A-4F90-B841-6BAB416C7AC1}"/>
          </ac:spMkLst>
        </pc:spChg>
        <pc:spChg chg="add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31" creationId="{08980754-6F4B-43C9-B9BE-127B6BED6586}"/>
          </ac:spMkLst>
        </pc:spChg>
        <pc:spChg chg="add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33" creationId="{2C1BBA94-3F40-40AA-8BB9-E69E25E537C1}"/>
          </ac:spMkLst>
        </pc:spChg>
        <pc:picChg chg="add">
          <ac:chgData name="Santiago Cavanna" userId="ee447a2267de366e" providerId="LiveId" clId="{D3F09270-0B3C-4C4E-BABE-02D323587C79}" dt="2026-04-07T15:49:14.152" v="2" actId="22"/>
          <ac:picMkLst>
            <pc:docMk/>
            <pc:sldMk cId="4272813217" sldId="256"/>
            <ac:picMk id="3" creationId="{8B6733F1-DA18-86BF-8A73-6E81471E7932}"/>
          </ac:picMkLst>
        </pc:picChg>
      </pc:sldChg>
      <pc:sldChg chg="addSp delSp mod">
        <pc:chgData name="Santiago Cavanna" userId="ee447a2267de366e" providerId="LiveId" clId="{D3F09270-0B3C-4C4E-BABE-02D323587C79}" dt="2026-04-15T16:58:39.208" v="12" actId="478"/>
        <pc:sldMkLst>
          <pc:docMk/>
          <pc:sldMk cId="3570102451" sldId="257"/>
        </pc:sldMkLst>
        <pc:picChg chg="add del">
          <ac:chgData name="Santiago Cavanna" userId="ee447a2267de366e" providerId="LiveId" clId="{D3F09270-0B3C-4C4E-BABE-02D323587C79}" dt="2026-04-15T16:58:39.208" v="12" actId="478"/>
          <ac:picMkLst>
            <pc:docMk/>
            <pc:sldMk cId="3570102451" sldId="257"/>
            <ac:picMk id="3" creationId="{B147E4B7-6400-DE84-DC7E-124B8D51EDAB}"/>
          </ac:picMkLst>
        </pc:picChg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3745841242" sldId="260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3594283526" sldId="261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4260282783" sldId="262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2113189032" sldId="263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1860344342" sldId="264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714280562" sldId="265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3498435881" sldId="266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4181444196" sldId="267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1299731310" sldId="268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819479983" sldId="269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745692259" sldId="270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3932800592" sldId="271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3281083530" sldId="272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1147618435" sldId="273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4114371699" sldId="274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1031307496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0301-2489-1B76-6C38-C8AC0127F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B5920-1D9F-7AD0-A1F9-A23940641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34DC6-4B49-1839-85AB-67654401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852ED-7F7B-1F4C-24DC-B41211C4C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1ECD4-CAF2-C524-4B6C-730961A7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0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FFDC-A9D8-6570-0656-81279210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AC7A0-8FC9-C8B6-226C-6400D8DE6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0FC80-7CF6-163D-6A6F-82682FE19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F4EAE-C376-21CA-4028-EE5AAB06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2A75C-2276-5406-80A9-6A0D5845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51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65BA9-18DC-DFCE-D778-093CF1DE8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089CC-E81F-C856-419E-CCBC4B570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CF10E-2BC5-F987-5DD8-6527CB49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077A3-647F-9BF0-730E-69806FC72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DEF61-2B03-842F-B55D-04EFAD61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8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57EE-9FC7-8271-E31F-329B9393B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7BF63-5FE0-9913-D110-5F9C6F4CB9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BE28E-48B5-D582-EA69-F6DBECA82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6B55F-7BD0-610F-9F90-95E87CCE1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1301B-2F33-C627-1D9F-32CD0FDEB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0F904-B439-21A3-71FE-FC5C31C3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95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0847-23B8-9DA9-205B-682A70B10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FB5D3-A414-77DF-057D-C8A9A3911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48BDD-3D10-C8AA-54AD-13B208F8D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2BCB6C-7312-1074-392B-C5EF46AF1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857AD-A269-E94B-779D-D66207076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C26D55-CBF4-4366-E57B-46EB217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677D0-10B2-C6A6-BA09-A393C0F74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7928D2-EDC6-F978-CB61-8324AD0C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1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CAFA5-D3E9-C6BB-E3A9-815F4720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036BF0-A4B0-ED91-38BE-E0CC3DE1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8BD792-5C41-38C9-9D6A-1DF6B9900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58AE1-55D9-EC93-9DEB-4EBCF83A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D75039-D633-F943-4CA3-2627B7B0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027BC-0F6E-CC39-1386-A722E85EF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3982C-7C89-D891-0543-64F2BCE9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0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763C-8394-C305-B3C9-3B79E867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3CCA-CEAF-EF39-520C-00EFE2CA2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89C52-5741-0223-3087-D43A467CD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27E0D-A055-00A9-3361-647EAEEB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D1316-A84F-5D70-9A80-9DCA6252A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16AB8-46EC-597E-B696-17CD8D41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9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6DC29-CE9F-F6D6-80BA-99D371FA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4CFAF1-4B6C-F1FC-1180-8E2C679E9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4F0AB-B169-7B15-E2D0-8D52BF475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F5D5E-739A-DA85-A3D2-0FEE4A8D6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6D6EE0-4992-F015-7CF0-523546BE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3F4B4-E478-C135-5479-31625B48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50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D9EEB-ECFC-FED0-5A64-DAB6DBE1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00CFEF-8A0D-BD91-3277-E1C4A25F3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56C0E-9D98-D54A-4FC2-02D10558E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78E08-F1E5-83E1-A616-C9B588612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0322A-4E95-3EBA-414C-6987B3781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5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112E9D-437B-5FF6-463D-2DAAFABFE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D3548-1EE5-9A7D-1296-3D08D2E10E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A8543-07D4-F1D3-B1D0-A4A09853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DFBF5-4FCA-EA6F-48DF-A81352B4C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E7121-46C5-B474-15D4-36F834DA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80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F564CA-D4AC-D4A2-F468-AE9012CD5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1AE5D-0B23-0DB1-35E2-99F3990E2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BFC54-34D7-9143-A422-613C27E82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6B251-709D-3608-D8A3-1C42A5F3F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DA167-11BD-A17A-7691-5E3611116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65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linkedin.com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3A08CC-918C-675D-6639-BD1E5A0D2124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hlinkClick r:id="rId2"/>
              </a:rPr>
              <a:t>https://www.linkedin.com/</a:t>
            </a:r>
            <a:r>
              <a:rPr lang="en-US" sz="2400" dirty="0"/>
              <a:t>....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6733F1-DA18-86BF-8A73-6E81471E7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738" y="829202"/>
            <a:ext cx="5628018" cy="49667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A80AA1-CCDC-0000-6446-98EA193D9D65}"/>
              </a:ext>
            </a:extLst>
          </p:cNvPr>
          <p:cNvSpPr txBox="1"/>
          <p:nvPr/>
        </p:nvSpPr>
        <p:spPr>
          <a:xfrm>
            <a:off x="793865" y="660862"/>
            <a:ext cx="2763982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AR" b="1"/>
              <a:t>DLCM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72813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57B95-C808-7606-AF47-4FA91ED0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102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999C-0621-739F-FBB9-7B55B0FB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329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BF0B-2702-930B-9028-07236263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82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999C-0621-739F-FBB9-7B55B0FB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841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BF0B-2702-930B-9028-07236263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4283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986EA-427D-8511-A487-3948AEE9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282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17922-56F7-9445-C96A-358CD0092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3189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15B9-7AFF-4433-88ED-96FCD650A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344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ADEC-A96B-F45E-39F3-759DE003B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280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CE27D-D304-504C-C7C6-EAFCC7534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8435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F2E81-77AD-C608-B5BC-3AC8E67D6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444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7A39E-BC96-79CD-DA71-D73959750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731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3B935-47E5-8850-1838-87C064AEA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479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05005-B432-717A-F3FC-0AD3DE544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692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6A64A-E99F-01C3-9754-82A0CC6E2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800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6A6D4-84D7-A187-0005-E3610A1C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083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0A35A-E8EB-E0F5-D27E-5CD13AEBB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618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23E1F-ECAC-BBC6-CFBE-D29DBA66F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371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5863A-C81F-CD10-4438-94B2C7225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1307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</Words>
  <Application>Microsoft Office PowerPoint</Application>
  <PresentationFormat>Widescreen</PresentationFormat>
  <Paragraphs>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Cavanna</dc:creator>
  <cp:lastModifiedBy>Santiago Cavanna</cp:lastModifiedBy>
  <cp:revision>1</cp:revision>
  <dcterms:created xsi:type="dcterms:W3CDTF">2026-04-07T14:56:26Z</dcterms:created>
  <dcterms:modified xsi:type="dcterms:W3CDTF">2026-04-15T17:03:59Z</dcterms:modified>
</cp:coreProperties>
</file>