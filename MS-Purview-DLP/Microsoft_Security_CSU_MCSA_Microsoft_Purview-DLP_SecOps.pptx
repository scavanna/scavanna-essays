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916EC-E477-43E6-AA0F-0CDA086D3528}" v="2" dt="2026-04-15T17:03:42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custSel addSld modSld">
      <pc:chgData name="Santiago Cavanna" userId="ee447a2267de366e" providerId="LiveId" clId="{D3F09270-0B3C-4C4E-BABE-02D323587C79}" dt="2026-04-15T17:03:45.573" v="17" actId="20577"/>
      <pc:docMkLst>
        <pc:docMk/>
      </pc:docMkLst>
      <pc:sldChg chg="addSp delSp modSp mod">
        <pc:chgData name="Santiago Cavanna" userId="ee447a2267de366e" providerId="LiveId" clId="{D3F09270-0B3C-4C4E-BABE-02D323587C79}" dt="2026-04-15T17:03:45.573" v="17" actId="20577"/>
        <pc:sldMkLst>
          <pc:docMk/>
          <pc:sldMk cId="4272813217" sldId="256"/>
        </pc:sldMkLst>
        <pc:spChg chg="add mod">
          <ac:chgData name="Santiago Cavanna" userId="ee447a2267de366e" providerId="LiveId" clId="{D3F09270-0B3C-4C4E-BABE-02D323587C79}" dt="2026-04-15T17:03:45.573" v="17" actId="20577"/>
          <ac:spMkLst>
            <pc:docMk/>
            <pc:sldMk cId="4272813217" sldId="256"/>
            <ac:spMk id="2" creationId="{4C422133-0FBC-76A1-EB5F-4035A73963F6}"/>
          </ac:spMkLst>
        </pc:spChg>
        <pc:spChg chg="mod">
          <ac:chgData name="Santiago Cavanna" userId="ee447a2267de366e" providerId="LiveId" clId="{D3F09270-0B3C-4C4E-BABE-02D323587C79}" dt="2026-04-15T16:59:05.800" v="13"/>
          <ac:spMkLst>
            <pc:docMk/>
            <pc:sldMk cId="4272813217" sldId="256"/>
            <ac:spMk id="7" creationId="{963A08CC-918C-675D-6639-BD1E5A0D2124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5" creationId="{DBC6133C-0615-4CE4-9132-37E609A9BDFA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7" creationId="{169CC832-2974-4E8D-90ED-3E2941BA733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29" creationId="{55222F96-971A-4F90-B841-6BAB416C7AC1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1" creationId="{08980754-6F4B-43C9-B9BE-127B6BED6586}"/>
          </ac:spMkLst>
        </pc:spChg>
        <pc:spChg chg="add">
          <ac:chgData name="Santiago Cavanna" userId="ee447a2267de366e" providerId="LiveId" clId="{D3F09270-0B3C-4C4E-BABE-02D323587C79}" dt="2026-04-07T15:49:20.960" v="3" actId="26606"/>
          <ac:spMkLst>
            <pc:docMk/>
            <pc:sldMk cId="4272813217" sldId="256"/>
            <ac:spMk id="33" creationId="{2C1BBA94-3F40-40AA-8BB9-E69E25E537C1}"/>
          </ac:spMkLst>
        </pc:spChg>
        <pc:picChg chg="add">
          <ac:chgData name="Santiago Cavanna" userId="ee447a2267de366e" providerId="LiveId" clId="{D3F09270-0B3C-4C4E-BABE-02D323587C79}" dt="2026-04-07T15:49:14.152" v="2" actId="22"/>
          <ac:picMkLst>
            <pc:docMk/>
            <pc:sldMk cId="4272813217" sldId="256"/>
            <ac:picMk id="3" creationId="{8B6733F1-DA18-86BF-8A73-6E81471E7932}"/>
          </ac:picMkLst>
        </pc:picChg>
      </pc:sldChg>
      <pc:sldChg chg="addSp delSp mod">
        <pc:chgData name="Santiago Cavanna" userId="ee447a2267de366e" providerId="LiveId" clId="{D3F09270-0B3C-4C4E-BABE-02D323587C79}" dt="2026-04-15T16:58:34.639" v="12" actId="478"/>
        <pc:sldMkLst>
          <pc:docMk/>
          <pc:sldMk cId="3570102451" sldId="257"/>
        </pc:sldMkLst>
        <pc:picChg chg="add del">
          <ac:chgData name="Santiago Cavanna" userId="ee447a2267de366e" providerId="LiveId" clId="{D3F09270-0B3C-4C4E-BABE-02D323587C79}" dt="2026-04-15T16:58:34.639" v="12" actId="478"/>
          <ac:picMkLst>
            <pc:docMk/>
            <pc:sldMk cId="3570102451" sldId="257"/>
            <ac:picMk id="3" creationId="{B147E4B7-6400-DE84-DC7E-124B8D51EDAB}"/>
          </ac:picMkLst>
        </pc:picChg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745841242" sldId="26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594283526" sldId="26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46.358" v="11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hlinkClick r:id="rId2"/>
              </a:rPr>
              <a:t>https://www.linkedin.com/</a:t>
            </a:r>
            <a:r>
              <a:rPr lang="en-US" sz="2400" dirty="0"/>
              <a:t>....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6733F1-DA18-86BF-8A73-6E81471E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829202"/>
            <a:ext cx="5628018" cy="4966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422133-0FBC-76A1-EB5F-4035A73963F6}"/>
              </a:ext>
            </a:extLst>
          </p:cNvPr>
          <p:cNvSpPr txBox="1"/>
          <p:nvPr/>
        </p:nvSpPr>
        <p:spPr>
          <a:xfrm>
            <a:off x="793865" y="660862"/>
            <a:ext cx="2763982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AR" b="1"/>
              <a:t>DLP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4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28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</Words>
  <Application>Microsoft Office PowerPoint</Application>
  <PresentationFormat>Widescreen</PresentationFormat>
  <Paragraphs>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2026-04-15T17:03:49Z</dcterms:modified>
</cp:coreProperties>
</file>