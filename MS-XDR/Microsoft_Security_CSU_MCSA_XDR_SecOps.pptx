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F0301-2489-1B76-6C38-C8AC0127F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B5920-1D9F-7AD0-A1F9-A23940641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34DC6-4B49-1839-85AB-67654401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852ED-7F7B-1F4C-24DC-B41211C4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1ECD4-CAF2-C524-4B6C-730961A7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FFDC-A9D8-6570-0656-81279210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7A0-8FC9-C8B6-226C-6400D8DE6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0FC80-7CF6-163D-6A6F-82682FE1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4EAE-C376-21CA-4028-EE5AAB06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A75C-2276-5406-80A9-6A0D5845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5BA9-18DC-DFCE-D778-093CF1DE8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089CC-E81F-C856-419E-CCBC4B570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CF10E-2BC5-F987-5DD8-6527CB49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7A3-647F-9BF0-730E-69806FC7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DEF61-2B03-842F-B55D-04EFAD61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57EE-9FC7-8271-E31F-329B9393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BF63-5FE0-9913-D110-5F9C6F4CB9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BE28E-48B5-D582-EA69-F6DBECA82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6B55F-7BD0-610F-9F90-95E87CCE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301B-2F33-C627-1D9F-32CD0FDE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F0F904-B439-21A3-71FE-FC5C31C3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9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C0847-23B8-9DA9-205B-682A70B1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FB5D3-A414-77DF-057D-C8A9A3911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48BDD-3D10-C8AA-54AD-13B208F8D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BCB6C-7312-1074-392B-C5EF46AF1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857AD-A269-E94B-779D-D66207076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26D55-CBF4-4366-E57B-46EB217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677D0-10B2-C6A6-BA09-A393C0F74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928D2-EDC6-F978-CB61-8324AD0C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FA5-D3E9-C6BB-E3A9-815F4720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036BF0-A4B0-ED91-38BE-E0CC3DE1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BD792-5C41-38C9-9D6A-1DF6B99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58AE1-55D9-EC93-9DEB-4EBCF83A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039-D633-F943-4CA3-2627B7B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027BC-0F6E-CC39-1386-A722E85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3982C-7C89-D891-0543-64F2BCE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04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763C-8394-C305-B3C9-3B79E867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3CCA-CEAF-EF39-520C-00EFE2CA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189C52-5741-0223-3087-D43A467C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27E0D-A055-00A9-3361-647EAEEB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D1316-A84F-5D70-9A80-9DCA6252A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6AB8-46EC-597E-B696-17CD8D411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9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C29-CE9F-F6D6-80BA-99D371FA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CFAF1-4B6C-F1FC-1180-8E2C679E9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4F0AB-B169-7B15-E2D0-8D52BF475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5D5E-739A-DA85-A3D2-0FEE4A8D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6D6EE0-4992-F015-7CF0-523546B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3F4B4-E478-C135-5479-31625B48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50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EEB-ECFC-FED0-5A64-DAB6DBE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00CFEF-8A0D-BD91-3277-E1C4A25F3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56C0E-9D98-D54A-4FC2-02D10558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8E08-F1E5-83E1-A616-C9B58861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0322A-4E95-3EBA-414C-6987B37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5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112E9D-437B-5FF6-463D-2DAAFABFE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D3548-1EE5-9A7D-1296-3D08D2E10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A8543-07D4-F1D3-B1D0-A4A09853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DFBF5-4FCA-EA6F-48DF-A81352B4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7121-46C5-B474-15D4-36F834D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8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564CA-D4AC-D4A2-F468-AE9012CD5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1AE5D-0B23-0DB1-35E2-99F3990E2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BFC54-34D7-9143-A422-613C27E827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D8F10-BE2F-4E76-8900-C8320BFD67B3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B251-709D-3608-D8A3-1C42A5F3F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A167-11BD-A17A-7691-5E3611116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B83D6-20DB-4167-9AF0-EBE772DD3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6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linkedin.com/pulse/microsoft-sentinel-socsecops-excelencia-26vcf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A08CC-918C-675D-6639-BD1E5A0D2124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hlinkClick r:id="rId2"/>
              </a:rPr>
              <a:t>https://www.linkedin.com/pulse/microsoft-sentinel-socsecops-excelencia-26vcf/</a:t>
            </a:r>
            <a:r>
              <a:rPr lang="en-US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30A83-847B-0D14-6788-99D47611A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1223163"/>
            <a:ext cx="5628018" cy="417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1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7B95-C808-7606-AF47-4FA91ED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102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999C-0621-739F-FBB9-7B55B0FB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2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BF0B-2702-930B-9028-07236263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82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Cavanna</dc:creator>
  <cp:lastModifiedBy>Santiago Cavanna</cp:lastModifiedBy>
  <cp:revision>1</cp:revision>
  <dcterms:created xsi:type="dcterms:W3CDTF">2026-04-07T14:56:26Z</dcterms:created>
  <dcterms:modified xsi:type="dcterms:W3CDTF">2026-04-07T15:00:29Z</dcterms:modified>
</cp:coreProperties>
</file>